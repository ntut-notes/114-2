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5"/>
  </p:notesMasterIdLst>
  <p:sldIdLst>
    <p:sldId id="383" r:id="rId2"/>
    <p:sldId id="307" r:id="rId3"/>
    <p:sldId id="378" r:id="rId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91" autoAdjust="0"/>
  </p:normalViewPr>
  <p:slideViewPr>
    <p:cSldViewPr>
      <p:cViewPr varScale="1">
        <p:scale>
          <a:sx n="106" d="100"/>
          <a:sy n="106" d="100"/>
        </p:scale>
        <p:origin x="12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ACA96-26F1-4A75-B9B8-1C692F343123}" type="datetimeFigureOut">
              <a:rPr lang="zh-TW" altLang="en-US" smtClean="0"/>
              <a:t>2024/4/27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0AA6E-0A7F-405B-902B-44CF20B782F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5997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圓角矩形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6B39-0E34-4F93-8404-23DFC996447C}" type="datetimeFigureOut">
              <a:rPr lang="zh-TW" altLang="en-US" smtClean="0"/>
              <a:t>2024/4/27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872ACA18-0763-4202-8382-9F371B21E1C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6B39-0E34-4F93-8404-23DFC996447C}" type="datetimeFigureOut">
              <a:rPr lang="zh-TW" altLang="en-US" smtClean="0"/>
              <a:t>2024/4/27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CA18-0763-4202-8382-9F371B21E1C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圓角矩形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6B39-0E34-4F93-8404-23DFC996447C}" type="datetimeFigureOut">
              <a:rPr lang="zh-TW" altLang="en-US" smtClean="0"/>
              <a:t>2024/4/27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872ACA18-0763-4202-8382-9F371B21E1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6B39-0E34-4F93-8404-23DFC996447C}" type="datetimeFigureOut">
              <a:rPr lang="zh-TW" altLang="en-US" smtClean="0"/>
              <a:t>2024/4/27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CA18-0763-4202-8382-9F371B21E1C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6B39-0E34-4F93-8404-23DFC996447C}" type="datetimeFigureOut">
              <a:rPr lang="zh-TW" altLang="en-US" smtClean="0"/>
              <a:t>2024/4/27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CA18-0763-4202-8382-9F371B21E1C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6B39-0E34-4F93-8404-23DFC996447C}" type="datetimeFigureOut">
              <a:rPr lang="zh-TW" altLang="en-US" smtClean="0"/>
              <a:t>2024/4/27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CA18-0763-4202-8382-9F371B21E1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6B39-0E34-4F93-8404-23DFC996447C}" type="datetimeFigureOut">
              <a:rPr lang="zh-TW" altLang="en-US" smtClean="0"/>
              <a:t>2024/4/27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CA18-0763-4202-8382-9F371B21E1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圓角矩形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6B39-0E34-4F93-8404-23DFC996447C}" type="datetimeFigureOut">
              <a:rPr lang="zh-TW" altLang="en-US" smtClean="0"/>
              <a:t>2024/4/27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CA18-0763-4202-8382-9F371B21E1C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6B39-0E34-4F93-8404-23DFC996447C}" type="datetimeFigureOut">
              <a:rPr lang="zh-TW" altLang="en-US" smtClean="0"/>
              <a:t>2024/4/27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872ACA18-0763-4202-8382-9F371B21E1C0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矩形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6B39-0E34-4F93-8404-23DFC996447C}" type="datetimeFigureOut">
              <a:rPr lang="zh-TW" altLang="en-US" smtClean="0"/>
              <a:t>2024/4/27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CA18-0763-4202-8382-9F371B21E1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06B39-0E34-4F93-8404-23DFC996447C}" type="datetimeFigureOut">
              <a:rPr lang="zh-TW" altLang="en-US" smtClean="0"/>
              <a:t>2024/4/27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ACA18-0763-4202-8382-9F371B21E1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圓角矩形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F506B39-0E34-4F93-8404-23DFC996447C}" type="datetimeFigureOut">
              <a:rPr lang="zh-TW" altLang="en-US" smtClean="0"/>
              <a:t>2024/4/27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872ACA18-0763-4202-8382-9F371B21E1C0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69290B-C3B2-4F37-98EE-AEA921CDD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06E8877-51EA-46EC-B7D5-7EBE109A0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155" y="2193756"/>
            <a:ext cx="6267450" cy="89535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79B20FD-1566-4932-8519-B00B22F9C0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831" y="1628800"/>
            <a:ext cx="4505325" cy="600075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57BD7DE-352D-48D5-8F5A-683E82EB5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5229200"/>
            <a:ext cx="1162050" cy="400050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A784A8C-7663-4F6A-BCBE-0424BFD19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8" y="3351903"/>
            <a:ext cx="4248472" cy="1452114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2DE70096-471B-49DD-9D95-05D38E5437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5976" y="3309979"/>
            <a:ext cx="3629327" cy="1535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988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800" y="-543428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zh-TW" sz="2000" dirty="0"/>
              <a:t>Correlations and Relationships</a:t>
            </a:r>
            <a:endParaRPr lang="zh-TW" altLang="en-US" sz="20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>
          <a:xfrm>
            <a:off x="685800" y="581900"/>
            <a:ext cx="7772400" cy="4572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2000" b="1" dirty="0"/>
              <a:t>Correlation coefficient</a:t>
            </a:r>
          </a:p>
          <a:p>
            <a:pPr marL="0" indent="0">
              <a:buNone/>
            </a:pPr>
            <a:r>
              <a:rPr lang="en-US" altLang="zh-TW" sz="2000" dirty="0"/>
              <a:t>Two variable x and</a:t>
            </a:r>
            <a:r>
              <a:rPr lang="zh-TW" altLang="en-US" sz="2000" dirty="0"/>
              <a:t> </a:t>
            </a:r>
            <a:r>
              <a:rPr lang="en-US" altLang="zh-TW" sz="2000" dirty="0"/>
              <a:t>y,  correlation coefficient ( r ) is defined as</a:t>
            </a:r>
            <a:endParaRPr lang="zh-TW" altLang="en-US" sz="20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392768"/>
            <a:ext cx="3628609" cy="137080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2143429E-ACD1-4918-AF1D-C3A1662A3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3773099"/>
            <a:ext cx="7156131" cy="7275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20B823D-3499-41B6-A21F-EF5B802E9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536" y="2774949"/>
            <a:ext cx="8572500" cy="904875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E64EBC9-135A-49DC-A58F-29014B38F3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40" y="4579478"/>
            <a:ext cx="4880694" cy="2161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99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628800"/>
            <a:ext cx="8453418" cy="3744416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792" y="5403378"/>
            <a:ext cx="2459360" cy="37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3697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公正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43916</TotalTime>
  <Words>19</Words>
  <Application>Microsoft Office PowerPoint</Application>
  <PresentationFormat>如螢幕大小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Calibri</vt:lpstr>
      <vt:lpstr>Franklin Gothic Book</vt:lpstr>
      <vt:lpstr>Perpetua</vt:lpstr>
      <vt:lpstr>Wingdings 2</vt:lpstr>
      <vt:lpstr>公正</vt:lpstr>
      <vt:lpstr>PowerPoint 簡報</vt:lpstr>
      <vt:lpstr>Correlations and Relationships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twp</dc:creator>
  <cp:lastModifiedBy>twp</cp:lastModifiedBy>
  <cp:revision>746</cp:revision>
  <dcterms:created xsi:type="dcterms:W3CDTF">2017-09-21T05:22:33Z</dcterms:created>
  <dcterms:modified xsi:type="dcterms:W3CDTF">2024-04-27T00:17:11Z</dcterms:modified>
</cp:coreProperties>
</file>